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658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r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78151" y="628072"/>
            <a:ext cx="1356758" cy="1275353"/>
          </a:xfrm>
          <a:prstGeom prst="rect">
            <a:avLst/>
          </a:prstGeom>
        </p:spPr>
      </p:pic>
      <p:sp>
        <p:nvSpPr>
          <p:cNvPr id="3" name="Name box"/>
          <p:cNvSpPr/>
          <p:nvPr userDrawn="1"/>
        </p:nvSpPr>
        <p:spPr>
          <a:xfrm>
            <a:off x="1458468" y="2358238"/>
            <a:ext cx="9274759" cy="1232611"/>
          </a:xfrm>
          <a:prstGeom prst="rect">
            <a:avLst/>
          </a:prstGeom>
          <a:solidFill>
            <a:srgbClr val="FFFFFF"/>
          </a:solidFill>
          <a:ln w="28575">
            <a:solidFill>
              <a:srgbClr val="1F4E79"/>
            </a:solidFill>
          </a:ln>
        </p:spPr>
      </p:sp>
      <p:sp>
        <p:nvSpPr>
          <p:cNvPr id="4" name="ph_facility"/>
          <p:cNvSpPr>
            <a:spLocks noGrp="1"/>
          </p:cNvSpPr>
          <p:nvPr>
            <p:ph type="body" idx="10"/>
          </p:nvPr>
        </p:nvSpPr>
        <p:spPr>
          <a:xfrm>
            <a:off x="1549908" y="2403958"/>
            <a:ext cx="9091879" cy="1141171"/>
          </a:xfrm>
        </p:spPr>
        <p:txBody>
          <a:bodyPr wrap="square" lIns="0" tIns="0" rIns="0" bIns="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GB" sz="3600" b="1" i="0">
                <a:solidFill>
                  <a:srgbClr val="000000"/>
                </a:solidFill>
                <a:latin typeface="Arial"/>
                <a:cs typeface="Arial"/>
              </a:defRPr>
            </a:lvl1pPr>
          </a:lstStyle>
          <a:p>
            <a:r>
              <a:rPr lang="en-GB"/>
              <a:t>HOSPITAL NAME</a:t>
            </a:r>
          </a:p>
        </p:txBody>
      </p:sp>
      <p:sp>
        <p:nvSpPr>
          <p:cNvPr id="5" name="ph_deck_title"/>
          <p:cNvSpPr>
            <a:spLocks noGrp="1"/>
          </p:cNvSpPr>
          <p:nvPr>
            <p:ph type="ctrTitle"/>
          </p:nvPr>
        </p:nvSpPr>
        <p:spPr>
          <a:xfrm>
            <a:off x="1524305" y="3739896"/>
            <a:ext cx="9144000" cy="292608"/>
          </a:xfrm>
        </p:spPr>
        <p:txBody>
          <a:bodyPr wrap="square" lIns="0" tIns="0" rIns="0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GB" sz="1800" b="0" i="0">
                <a:solidFill>
                  <a:srgbClr val="000000"/>
                </a:solidFill>
                <a:latin typeface="Arial"/>
                <a:cs typeface="Arial"/>
              </a:defRPr>
            </a:lvl1pPr>
          </a:lstStyle>
          <a:p>
            <a:r>
              <a:rPr lang="en-GB"/>
              <a:t>Deck title</a:t>
            </a:r>
          </a:p>
        </p:txBody>
      </p:sp>
      <p:sp>
        <p:nvSpPr>
          <p:cNvPr id="6" name="ph_subtitle"/>
          <p:cNvSpPr>
            <a:spLocks noGrp="1"/>
          </p:cNvSpPr>
          <p:nvPr>
            <p:ph type="body" idx="11"/>
          </p:nvPr>
        </p:nvSpPr>
        <p:spPr>
          <a:xfrm>
            <a:off x="1524305" y="4032504"/>
            <a:ext cx="9144000" cy="274320"/>
          </a:xfrm>
        </p:spPr>
        <p:txBody>
          <a:bodyPr wrap="square" lIns="0" tIns="0" rIns="0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GB" sz="1600" b="0" i="0">
                <a:solidFill>
                  <a:srgbClr val="000000"/>
                </a:solidFill>
                <a:latin typeface="Arial"/>
                <a:cs typeface="Arial"/>
              </a:defRPr>
            </a:lvl1pPr>
          </a:lstStyle>
          <a:p>
            <a:r>
              <a:rPr lang="en-GB"/>
              <a:t>Unit (when one deck per unit)</a:t>
            </a:r>
          </a:p>
        </p:txBody>
      </p:sp>
      <p:sp>
        <p:nvSpPr>
          <p:cNvPr id="7" name="ph_period"/>
          <p:cNvSpPr>
            <a:spLocks noGrp="1"/>
          </p:cNvSpPr>
          <p:nvPr>
            <p:ph type="body" idx="12"/>
          </p:nvPr>
        </p:nvSpPr>
        <p:spPr>
          <a:xfrm>
            <a:off x="1524305" y="4306824"/>
            <a:ext cx="9144000" cy="292608"/>
          </a:xfrm>
        </p:spPr>
        <p:txBody>
          <a:bodyPr wrap="square" lIns="0" tIns="0" rIns="0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GB" sz="1800" b="0" i="0">
                <a:solidFill>
                  <a:srgbClr val="000000"/>
                </a:solidFill>
                <a:latin typeface="Arial"/>
                <a:cs typeface="Arial"/>
              </a:defRPr>
            </a:lvl1pPr>
          </a:lstStyle>
          <a:p>
            <a:r>
              <a:rPr lang="en-GB"/>
              <a:t>Reporting period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Indicator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dicators heading"/>
          <p:cNvSpPr txBox="1"/>
          <p:nvPr userDrawn="1"/>
        </p:nvSpPr>
        <p:spPr>
          <a:xfrm>
            <a:off x="837590" y="208483"/>
            <a:ext cx="5486400" cy="46177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GB" sz="2400" b="1" i="0">
                <a:solidFill>
                  <a:srgbClr val="7F7F7F"/>
                </a:solidFill>
                <a:latin typeface="Arial"/>
                <a:cs typeface="Arial"/>
              </a:rPr>
              <a:t>Indicators:</a:t>
            </a:r>
          </a:p>
        </p:txBody>
      </p:sp>
      <p:sp>
        <p:nvSpPr>
          <p:cNvPr id="3" name="List box"/>
          <p:cNvSpPr/>
          <p:nvPr userDrawn="1"/>
        </p:nvSpPr>
        <p:spPr>
          <a:xfrm>
            <a:off x="746150" y="670255"/>
            <a:ext cx="10972800" cy="5980176"/>
          </a:xfrm>
          <a:prstGeom prst="rect">
            <a:avLst/>
          </a:prstGeom>
          <a:solidFill>
            <a:srgbClr val="FFFFFF"/>
          </a:solidFill>
          <a:ln w="28575">
            <a:solidFill>
              <a:srgbClr val="1F4E79"/>
            </a:solidFill>
          </a:ln>
        </p:spPr>
      </p:sp>
      <p:sp>
        <p:nvSpPr>
          <p:cNvPr id="4" name="ph_indicator_list"/>
          <p:cNvSpPr>
            <a:spLocks noGrp="1"/>
          </p:cNvSpPr>
          <p:nvPr>
            <p:ph type="body" idx="10"/>
          </p:nvPr>
        </p:nvSpPr>
        <p:spPr>
          <a:xfrm>
            <a:off x="837590" y="715975"/>
            <a:ext cx="10789920" cy="5888736"/>
          </a:xfrm>
        </p:spPr>
        <p:txBody>
          <a:bodyPr wrap="square" lIns="0" tIns="0" rIns="0" bIns="0" anchor="t">
            <a:normAutofit/>
          </a:bodyPr>
          <a:lstStyle>
            <a:lvl1pPr marL="909320" indent="-34290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  <a:defRPr lang="en-GB" sz="1400" b="1" i="0">
                <a:solidFill>
                  <a:srgbClr val="000000"/>
                </a:solidFill>
                <a:latin typeface="Arial"/>
                <a:cs typeface="Arial"/>
              </a:defRPr>
            </a:lvl1pPr>
          </a:lstStyle>
          <a:p>
            <a:r>
              <a:rPr lang="en-GB"/>
              <a:t>Indicator titles (filled by R)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KPI Indica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"/>
          <p:cNvSpPr>
            <a:spLocks noGrp="1"/>
          </p:cNvSpPr>
          <p:nvPr>
            <p:ph type="title"/>
          </p:nvPr>
        </p:nvSpPr>
        <p:spPr>
          <a:xfrm>
            <a:off x="219456" y="73152"/>
            <a:ext cx="11759184" cy="530352"/>
          </a:xfrm>
        </p:spPr>
        <p:txBody>
          <a:bodyPr wrap="square" lIns="0" tIns="0" rIns="0" bIns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GB" sz="2600" b="1" i="0">
                <a:solidFill>
                  <a:srgbClr val="000000"/>
                </a:solidFill>
                <a:latin typeface="Arial"/>
                <a:cs typeface="Arial"/>
              </a:defRPr>
            </a:lvl1pPr>
          </a:lstStyle>
          <a:p>
            <a:r>
              <a:rPr lang="en-GB"/>
              <a:t>Indicator title</a:t>
            </a:r>
          </a:p>
        </p:txBody>
      </p:sp>
      <p:sp>
        <p:nvSpPr>
          <p:cNvPr id="3" name="Header box"/>
          <p:cNvSpPr/>
          <p:nvPr userDrawn="1"/>
        </p:nvSpPr>
        <p:spPr>
          <a:xfrm>
            <a:off x="219456" y="640080"/>
            <a:ext cx="11759184" cy="109728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</p:sp>
      <p:cxnSp>
        <p:nvCxnSpPr>
          <p:cNvPr id="4" name="Header divider"/>
          <p:cNvCxnSpPr/>
          <p:nvPr userDrawn="1"/>
        </p:nvCxnSpPr>
        <p:spPr>
          <a:xfrm>
            <a:off x="3749040" y="640080"/>
            <a:ext cx="0" cy="109728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5" name="ph_measure"/>
          <p:cNvSpPr>
            <a:spLocks noGrp="1"/>
          </p:cNvSpPr>
          <p:nvPr>
            <p:ph type="body" idx="10"/>
          </p:nvPr>
        </p:nvSpPr>
        <p:spPr>
          <a:xfrm>
            <a:off x="292608" y="694944"/>
            <a:ext cx="3383280" cy="365760"/>
          </a:xfrm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GB" sz="1100" b="0" i="0">
                <a:solidFill>
                  <a:srgbClr val="000000"/>
                </a:solidFill>
                <a:latin typeface="Arial"/>
                <a:cs typeface="Arial"/>
              </a:defRPr>
            </a:lvl1pPr>
          </a:lstStyle>
          <a:p>
            <a:r>
              <a:rPr lang="en-GB"/>
              <a:t>Measure: …</a:t>
            </a:r>
          </a:p>
        </p:txBody>
      </p:sp>
      <p:sp>
        <p:nvSpPr>
          <p:cNvPr id="6" name="ph_target"/>
          <p:cNvSpPr>
            <a:spLocks noGrp="1"/>
          </p:cNvSpPr>
          <p:nvPr>
            <p:ph type="body" idx="11"/>
          </p:nvPr>
        </p:nvSpPr>
        <p:spPr>
          <a:xfrm>
            <a:off x="292608" y="1088136"/>
            <a:ext cx="3383280" cy="256032"/>
          </a:xfrm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GB" sz="1100" b="0" i="0">
                <a:solidFill>
                  <a:srgbClr val="000000"/>
                </a:solidFill>
                <a:latin typeface="Arial"/>
                <a:cs typeface="Arial"/>
              </a:defRPr>
            </a:lvl1pPr>
          </a:lstStyle>
          <a:p>
            <a:r>
              <a:rPr lang="en-GB"/>
              <a:t>Target: …</a:t>
            </a:r>
          </a:p>
        </p:txBody>
      </p:sp>
      <p:sp>
        <p:nvSpPr>
          <p:cNvPr id="7" name="ph_schedule"/>
          <p:cNvSpPr>
            <a:spLocks noGrp="1"/>
          </p:cNvSpPr>
          <p:nvPr>
            <p:ph type="body" idx="12"/>
          </p:nvPr>
        </p:nvSpPr>
        <p:spPr>
          <a:xfrm>
            <a:off x="292608" y="1417320"/>
            <a:ext cx="3383280" cy="256032"/>
          </a:xfrm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GB" sz="1100" b="0" i="0">
                <a:solidFill>
                  <a:srgbClr val="000000"/>
                </a:solidFill>
                <a:latin typeface="Arial"/>
                <a:cs typeface="Arial"/>
              </a:defRPr>
            </a:lvl1pPr>
          </a:lstStyle>
          <a:p>
            <a:r>
              <a:rPr lang="en-GB"/>
              <a:t>Reporting schedule: …</a:t>
            </a:r>
          </a:p>
        </p:txBody>
      </p:sp>
      <p:sp>
        <p:nvSpPr>
          <p:cNvPr id="8" name="ph_definition"/>
          <p:cNvSpPr>
            <a:spLocks noGrp="1"/>
          </p:cNvSpPr>
          <p:nvPr>
            <p:ph type="body" idx="13"/>
          </p:nvPr>
        </p:nvSpPr>
        <p:spPr>
          <a:xfrm>
            <a:off x="3822192" y="694944"/>
            <a:ext cx="8083296" cy="365760"/>
          </a:xfrm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GB" sz="1100" b="0" i="0">
                <a:solidFill>
                  <a:srgbClr val="000000"/>
                </a:solidFill>
                <a:latin typeface="Arial"/>
                <a:cs typeface="Arial"/>
              </a:defRPr>
            </a:lvl1pPr>
          </a:lstStyle>
          <a:p>
            <a:r>
              <a:rPr lang="en-GB"/>
              <a:t>Definition: …</a:t>
            </a:r>
          </a:p>
        </p:txBody>
      </p:sp>
      <p:sp>
        <p:nvSpPr>
          <p:cNvPr id="9" name="Numerator label"/>
          <p:cNvSpPr txBox="1"/>
          <p:nvPr userDrawn="1"/>
        </p:nvSpPr>
        <p:spPr>
          <a:xfrm>
            <a:off x="3822192" y="1097280"/>
            <a:ext cx="1005840" cy="219456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l"/>
            <a:r>
              <a:rPr lang="en-GB" sz="1100" b="1" i="0">
                <a:solidFill>
                  <a:srgbClr val="000000"/>
                </a:solidFill>
                <a:latin typeface="Arial"/>
                <a:cs typeface="Arial"/>
              </a:rPr>
              <a:t>Numerator:</a:t>
            </a:r>
          </a:p>
        </p:txBody>
      </p:sp>
      <p:sp>
        <p:nvSpPr>
          <p:cNvPr id="10" name="Denominator label"/>
          <p:cNvSpPr txBox="1"/>
          <p:nvPr userDrawn="1"/>
        </p:nvSpPr>
        <p:spPr>
          <a:xfrm>
            <a:off x="3822192" y="1353312"/>
            <a:ext cx="1097280" cy="21945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GB" sz="1100" b="1" i="0">
                <a:solidFill>
                  <a:srgbClr val="000000"/>
                </a:solidFill>
                <a:latin typeface="Arial"/>
                <a:cs typeface="Arial"/>
              </a:rPr>
              <a:t>Denominator:</a:t>
            </a:r>
          </a:p>
        </p:txBody>
      </p:sp>
      <p:sp>
        <p:nvSpPr>
          <p:cNvPr id="11" name="ph_numerator"/>
          <p:cNvSpPr>
            <a:spLocks noGrp="1"/>
          </p:cNvSpPr>
          <p:nvPr>
            <p:ph type="body" idx="14"/>
          </p:nvPr>
        </p:nvSpPr>
        <p:spPr>
          <a:xfrm>
            <a:off x="4846320" y="1097280"/>
            <a:ext cx="6949440" cy="219456"/>
          </a:xfrm>
        </p:spPr>
        <p:txBody>
          <a:bodyPr wrap="square" lIns="0" tIns="0" rIns="0" bIns="0" anchor="b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GB" sz="1100" b="0" i="0">
                <a:solidFill>
                  <a:srgbClr val="000000"/>
                </a:solidFill>
                <a:latin typeface="Arial"/>
                <a:cs typeface="Arial"/>
              </a:defRPr>
            </a:lvl1pPr>
          </a:lstStyle>
          <a:p>
            <a:r>
              <a:rPr lang="en-GB"/>
              <a:t>Numerator definition × 100%</a:t>
            </a:r>
          </a:p>
        </p:txBody>
      </p:sp>
      <p:sp>
        <p:nvSpPr>
          <p:cNvPr id="12" name="ph_denominator"/>
          <p:cNvSpPr>
            <a:spLocks noGrp="1"/>
          </p:cNvSpPr>
          <p:nvPr>
            <p:ph type="body" idx="15"/>
          </p:nvPr>
        </p:nvSpPr>
        <p:spPr>
          <a:xfrm>
            <a:off x="4846320" y="1353312"/>
            <a:ext cx="6949440" cy="219456"/>
          </a:xfrm>
        </p:spPr>
        <p:txBody>
          <a:bodyPr wrap="square" lIns="0" tIns="0" rIns="0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GB" sz="1100" b="0" i="0">
                <a:solidFill>
                  <a:srgbClr val="000000"/>
                </a:solidFill>
                <a:latin typeface="Arial"/>
                <a:cs typeface="Arial"/>
              </a:defRPr>
            </a:lvl1pPr>
          </a:lstStyle>
          <a:p>
            <a:r>
              <a:rPr lang="en-GB"/>
              <a:t>Denominator definition</a:t>
            </a:r>
          </a:p>
        </p:txBody>
      </p:sp>
      <p:sp>
        <p:nvSpPr>
          <p:cNvPr id="13" name="ph_table"/>
          <p:cNvSpPr>
            <a:spLocks noGrp="1"/>
          </p:cNvSpPr>
          <p:nvPr>
            <p:ph type="tbl" idx="16"/>
          </p:nvPr>
        </p:nvSpPr>
        <p:spPr>
          <a:xfrm>
            <a:off x="219456" y="1737360"/>
            <a:ext cx="11759184" cy="1298448"/>
          </a:xfrm>
        </p:spPr>
        <p:txBody>
          <a:bodyPr/>
          <a:lstStyle/>
          <a:p>
            <a:r>
              <a:rPr lang="en-GB"/>
              <a:t>Monthly table (filled by R)</a:t>
            </a:r>
          </a:p>
        </p:txBody>
      </p:sp>
      <p:sp>
        <p:nvSpPr>
          <p:cNvPr id="14" name="Bottom box"/>
          <p:cNvSpPr/>
          <p:nvPr userDrawn="1"/>
        </p:nvSpPr>
        <p:spPr>
          <a:xfrm>
            <a:off x="219456" y="3035808"/>
            <a:ext cx="11759184" cy="3227832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</p:sp>
      <p:cxnSp>
        <p:nvCxnSpPr>
          <p:cNvPr id="15" name="Bottom divider"/>
          <p:cNvCxnSpPr/>
          <p:nvPr userDrawn="1"/>
        </p:nvCxnSpPr>
        <p:spPr>
          <a:xfrm>
            <a:off x="4572000" y="3035808"/>
            <a:ext cx="0" cy="3227832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16" name="Analysis label"/>
          <p:cNvSpPr txBox="1"/>
          <p:nvPr userDrawn="1"/>
        </p:nvSpPr>
        <p:spPr>
          <a:xfrm>
            <a:off x="292608" y="3090672"/>
            <a:ext cx="822960" cy="23774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GB" sz="1050" b="1" i="0" u="sng">
                <a:solidFill>
                  <a:srgbClr val="000000"/>
                </a:solidFill>
                <a:latin typeface="Arial"/>
                <a:cs typeface="Arial"/>
              </a:rPr>
              <a:t>Analysis:</a:t>
            </a:r>
          </a:p>
        </p:txBody>
      </p:sp>
      <p:sp>
        <p:nvSpPr>
          <p:cNvPr id="17" name="ph_analysis_note"/>
          <p:cNvSpPr>
            <a:spLocks noGrp="1"/>
          </p:cNvSpPr>
          <p:nvPr>
            <p:ph type="body" idx="17"/>
          </p:nvPr>
        </p:nvSpPr>
        <p:spPr>
          <a:xfrm>
            <a:off x="1078992" y="3090672"/>
            <a:ext cx="3383280" cy="237744"/>
          </a:xfrm>
        </p:spPr>
        <p:txBody>
          <a:bodyPr wrap="square" lIns="0" tIns="0" rIns="0" bIns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GB" sz="800" b="0" i="1">
                <a:solidFill>
                  <a:srgbClr val="7F7F7F"/>
                </a:solidFill>
                <a:latin typeface="Arial"/>
                <a:cs typeface="Arial"/>
              </a:defRPr>
            </a:lvl1pPr>
          </a:lstStyle>
          <a:p>
            <a:r>
              <a:rPr lang="en-GB"/>
              <a:t>(auto-drafted note)</a:t>
            </a:r>
          </a:p>
        </p:txBody>
      </p:sp>
      <p:sp>
        <p:nvSpPr>
          <p:cNvPr id="18" name="ph_analysis"/>
          <p:cNvSpPr>
            <a:spLocks noGrp="1"/>
          </p:cNvSpPr>
          <p:nvPr>
            <p:ph type="body" idx="18"/>
          </p:nvPr>
        </p:nvSpPr>
        <p:spPr>
          <a:xfrm>
            <a:off x="292608" y="3364992"/>
            <a:ext cx="4187952" cy="1325880"/>
          </a:xfrm>
        </p:spPr>
        <p:txBody>
          <a:bodyPr wrap="square" lIns="0" tIns="0" rIns="0" bIns="0" anchor="t">
            <a:normAutofit/>
          </a:bodyPr>
          <a:lstStyle>
            <a:lvl1pPr marL="22860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/>
              <a:buAutoNum type="arabicPeriod"/>
              <a:defRPr lang="en-GB" sz="1050" b="0" i="0">
                <a:solidFill>
                  <a:srgbClr val="000000"/>
                </a:solidFill>
                <a:latin typeface="Arial"/>
                <a:cs typeface="Arial"/>
              </a:defRPr>
            </a:lvl1pPr>
          </a:lstStyle>
          <a:p>
            <a:r>
              <a:rPr lang="en-GB"/>
              <a:t>Click to add analysis</a:t>
            </a:r>
          </a:p>
        </p:txBody>
      </p:sp>
      <p:sp>
        <p:nvSpPr>
          <p:cNvPr id="19" name="Action label"/>
          <p:cNvSpPr txBox="1"/>
          <p:nvPr userDrawn="1"/>
        </p:nvSpPr>
        <p:spPr>
          <a:xfrm>
            <a:off x="292608" y="4718304"/>
            <a:ext cx="822960" cy="23774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GB" sz="1050" b="1" i="0" u="sng">
                <a:solidFill>
                  <a:srgbClr val="000000"/>
                </a:solidFill>
                <a:latin typeface="Arial"/>
                <a:cs typeface="Arial"/>
              </a:rPr>
              <a:t>Action:</a:t>
            </a:r>
          </a:p>
        </p:txBody>
      </p:sp>
      <p:sp>
        <p:nvSpPr>
          <p:cNvPr id="20" name="ph_action"/>
          <p:cNvSpPr>
            <a:spLocks noGrp="1"/>
          </p:cNvSpPr>
          <p:nvPr>
            <p:ph type="body" idx="19"/>
          </p:nvPr>
        </p:nvSpPr>
        <p:spPr>
          <a:xfrm>
            <a:off x="292608" y="4983480"/>
            <a:ext cx="4187952" cy="685800"/>
          </a:xfrm>
        </p:spPr>
        <p:txBody>
          <a:bodyPr wrap="square" lIns="0" tIns="0" rIns="0" bIns="0" anchor="t">
            <a:normAutofit/>
          </a:bodyPr>
          <a:lstStyle>
            <a:lvl1pPr marL="22860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/>
              <a:buAutoNum type="arabicPeriod"/>
              <a:defRPr lang="en-GB" sz="1050" b="0" i="0">
                <a:solidFill>
                  <a:srgbClr val="000000"/>
                </a:solidFill>
                <a:latin typeface="Arial"/>
                <a:cs typeface="Arial"/>
              </a:defRPr>
            </a:lvl1pPr>
          </a:lstStyle>
          <a:p>
            <a:r>
              <a:rPr lang="en-GB"/>
              <a:t>Click to add actions</a:t>
            </a:r>
          </a:p>
        </p:txBody>
      </p:sp>
      <p:sp>
        <p:nvSpPr>
          <p:cNvPr id="21" name="ph_provider"/>
          <p:cNvSpPr>
            <a:spLocks noGrp="1"/>
          </p:cNvSpPr>
          <p:nvPr>
            <p:ph type="body" idx="20"/>
          </p:nvPr>
        </p:nvSpPr>
        <p:spPr>
          <a:xfrm>
            <a:off x="292608" y="5705856"/>
            <a:ext cx="4187952" cy="237744"/>
          </a:xfrm>
        </p:spPr>
        <p:txBody>
          <a:bodyPr wrap="square" lIns="0" tIns="0" rIns="0" bIns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GB" sz="1050" b="0" i="0">
                <a:solidFill>
                  <a:srgbClr val="000000"/>
                </a:solidFill>
                <a:latin typeface="Arial"/>
                <a:cs typeface="Arial"/>
              </a:defRPr>
            </a:lvl1pPr>
          </a:lstStyle>
          <a:p>
            <a:r>
              <a:rPr lang="en-GB"/>
              <a:t>Data Provider: …</a:t>
            </a:r>
          </a:p>
        </p:txBody>
      </p:sp>
      <p:sp>
        <p:nvSpPr>
          <p:cNvPr id="22" name="ph_responsible"/>
          <p:cNvSpPr>
            <a:spLocks noGrp="1"/>
          </p:cNvSpPr>
          <p:nvPr>
            <p:ph type="body" idx="21"/>
          </p:nvPr>
        </p:nvSpPr>
        <p:spPr>
          <a:xfrm>
            <a:off x="292608" y="5971032"/>
            <a:ext cx="4187952" cy="237744"/>
          </a:xfrm>
        </p:spPr>
        <p:txBody>
          <a:bodyPr wrap="square" lIns="0" tIns="0" rIns="0" bIns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GB" sz="1050" b="0" i="0">
                <a:solidFill>
                  <a:srgbClr val="000000"/>
                </a:solidFill>
                <a:latin typeface="Arial"/>
                <a:cs typeface="Arial"/>
              </a:defRPr>
            </a:lvl1pPr>
          </a:lstStyle>
          <a:p>
            <a:r>
              <a:rPr lang="en-GB"/>
              <a:t>Responsible: …</a:t>
            </a:r>
          </a:p>
        </p:txBody>
      </p:sp>
      <p:sp>
        <p:nvSpPr>
          <p:cNvPr id="23" name="ph_chart"/>
          <p:cNvSpPr>
            <a:spLocks noGrp="1"/>
          </p:cNvSpPr>
          <p:nvPr>
            <p:ph type="chart" idx="22"/>
          </p:nvPr>
        </p:nvSpPr>
        <p:spPr>
          <a:xfrm>
            <a:off x="4626864" y="3081528"/>
            <a:ext cx="7296912" cy="3136392"/>
          </a:xfrm>
        </p:spPr>
        <p:txBody>
          <a:bodyPr/>
          <a:lstStyle/>
          <a:p>
            <a:r>
              <a:rPr lang="en-GB"/>
              <a:t>Control chart (filled by R)</a:t>
            </a:r>
          </a:p>
        </p:txBody>
      </p:sp>
      <p:pic>
        <p:nvPicPr>
          <p:cNvPr id="24" name="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6032" y="6409944"/>
            <a:ext cx="272374" cy="256032"/>
          </a:xfrm>
          <a:prstGeom prst="rect">
            <a:avLst/>
          </a:prstGeom>
        </p:spPr>
      </p:pic>
      <p:sp>
        <p:nvSpPr>
          <p:cNvPr id="25" name="ph_footer"/>
          <p:cNvSpPr>
            <a:spLocks noGrp="1"/>
          </p:cNvSpPr>
          <p:nvPr>
            <p:ph type="body" idx="23"/>
          </p:nvPr>
        </p:nvSpPr>
        <p:spPr>
          <a:xfrm>
            <a:off x="603504" y="6391656"/>
            <a:ext cx="5486400" cy="292608"/>
          </a:xfrm>
        </p:spPr>
        <p:txBody>
          <a:bodyPr wrap="square" lIns="0" tIns="0" rIns="0" bIns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GB" sz="1100" b="1" i="0">
                <a:solidFill>
                  <a:srgbClr val="000000"/>
                </a:solidFill>
                <a:latin typeface="Arial"/>
                <a:cs typeface="Arial"/>
              </a:defRPr>
            </a:lvl1pPr>
          </a:lstStyle>
          <a:p>
            <a:r>
              <a:rPr lang="en-GB"/>
              <a:t>Organisation name</a:t>
            </a:r>
          </a:p>
        </p:txBody>
      </p:sp>
      <p:sp>
        <p:nvSpPr>
          <p:cNvPr id="26" name="Red bar"/>
          <p:cNvSpPr/>
          <p:nvPr userDrawn="1"/>
        </p:nvSpPr>
        <p:spPr>
          <a:xfrm>
            <a:off x="0" y="6739128"/>
            <a:ext cx="12191970" cy="12189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KPI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KPI Mast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2" baseType="lpstr">
      <vt:lpstr>Arial</vt:lpstr>
      <vt:lpstr>KPI Master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2026-10-09T10:30:38Z</dcterms:modified>
  <cp:category/>
</cp:coreProperties>
</file>